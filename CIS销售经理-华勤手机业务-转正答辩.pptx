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30 秒：岗位是在华勤卖 CIS。华勤是 ODM，品牌管 AVL，模组厂做验证。试用期评价口径是可推进的项目，不是已经量产的金额。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点题：格科/思特威/OV 往往已在品牌短名单。切入点是第二源、供给对冲、新机型窗口，不硬刚纸面参数。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华勤能推荐，品牌 AVL 不过仍定不了。试用期先盘清 ODM 内部是正确顺序，品牌窗口放 90 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请评委按短板提问。转正不是完美，是方向对、闭环在、短板有计划。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预判提问：1）为什么还没定点？导入周期长于试用期，用漏斗和验证进度评价。2）和格科怎么打？第二源+供给+服务，不硬刚参数。3）华勤和品牌谁说了算？品牌 AVL，华勤落地，两边都要做。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销售与技术服务部  ·  市场营销例会专项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CIS 销售经理试用期转正答辩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负责华勤手机业务  ·  销售公司 CIS 芯片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74720"/>
            <a:ext cx="219456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汇报人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（姓名）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3840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负责客户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39" y="41148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华勤 · 手机 ODM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3840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汇报日期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41148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2026 年 8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840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材料性质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41148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转正答辩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核心结论：试用期把华勤做成可管理的 CIS 账号（决策链、窗口、漏斗、协同闭环）。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转正后用验证结论和定点路径，把过程能力兑成项目结果。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汇报大纲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2/16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按周报习惯讲：先进展，再判断，最后计划和要支持的事项。约 15 分钟。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113385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6459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试用期工作总结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03911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客户经营 · 项目导入 · 内部协同 · 专业补齐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59152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对应周报里的「本周期工作 + 项目进展」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999232"/>
            <a:ext cx="113385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6499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20040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试用期自我评价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59359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胜任点 · 短板 · 匹配度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913632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对应周报里的「问题与反思」，不回避未完成项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553712"/>
            <a:ext cx="1133856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1947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75488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未来规划与展望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14807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90 天四件事 · 12 个月样板账号 · 支持诉求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468112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对应周报里的「下周/下阶段计划 + 需协调」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一、岗位与评价口径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3/16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在华勤卖 CIS，不是卖一颗料，是在品牌 AVL 框架下把公司芯片推进到可量产。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444752"/>
            <a:ext cx="91440" cy="2194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733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三层客户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品牌管规格与 AVL；华勤管落地节奏和第二源建议；模组厂管工程验证。销售必须同时看见这三层。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4475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44752"/>
            <a:ext cx="91440" cy="219456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6733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一条链路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76272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情报 → 规格匹配 → 送样 → 模组/IQ 验证 → EVT/DVT → 定点 → 量产。试用期要把前半段跑通，后半段用漏斗管。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7647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776472"/>
            <a:ext cx="91440" cy="219456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05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销售产出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07992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项目情报、选型卡位、送样与问题闭环、价格与供给口径、客情与内部协同。参数由 FAE 支撑，销售对节点负责。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7647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76472"/>
            <a:ext cx="91440" cy="2194560"/>
          </a:xfrm>
          <a:prstGeom prst="rect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005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试用期怎么评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507992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看窗口、漏斗、闭环、风险是否暴露，不把尚未发生的定点金额当试用期 KPI。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一、试用期工作总览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4/16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四条线并行：摸清客户、卡位项目、建立机制、补齐专业。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4475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276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01  客户经营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完成华勤手机 CIS 决策链梳理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采购 / 项目 / 硬件三线窗口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明确 ODM 与品牌 AVL 约束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拜访纪要与沟通节奏可维持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44475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276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02  项目导入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在研机型摄像头规格地图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2M 等规格对标成熟竞品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送样 + FAE 验证闭环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A/B/C 漏斗进入周报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647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9593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03  内部协同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1655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客户语言翻译成内部任务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与 FAE / 计划 / 质量对齐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红黄绿状态，不报喜藏忧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导入包：规格、setting、FAQ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76472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9593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04  专业内功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1655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手机向 CIS 规格与竞品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送样、OTP、模组验证节奏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华勤 EVT / DVT / MP 节点</a:t>
            </a:r>
          </a:p>
          <a:p>
            <a:pPr algn="l">
              <a:spcAft>
                <a:spcPts val="400"/>
              </a:spcAft>
            </a:pPr>
            <a:r>
              <a:rPr sz="13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能独立完成常规拜访与纪要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一、试用期节奏（按周报阶段汇总）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5/16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先结构、后项目、再机制。避免一上来只追一颗料。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554480"/>
            <a:ext cx="9966960" cy="45720"/>
          </a:xfrm>
          <a:prstGeom prst="rect">
            <a:avLst/>
          </a:prstGeom>
          <a:solidFill>
            <a:srgbClr val="C5C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1680" y="1444752"/>
            <a:ext cx="256032" cy="256032"/>
          </a:xfrm>
          <a:prstGeom prst="ellipse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" y="1874519"/>
            <a:ext cx="370332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029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第 1 阶段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融入与摸底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8803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产品/竞品/导入流程学习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华勤组织与决策链访谈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识别在研机型与现有供应商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确定主对接与备份窗口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1444752"/>
            <a:ext cx="256032" cy="256032"/>
          </a:xfrm>
          <a:prstGeom prst="ellipse">
            <a:avLst/>
          </a:prstGeom>
          <a:solidFill>
            <a:srgbClr val="2E5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1874519"/>
            <a:ext cx="370332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029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第 2 阶段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卡位与送样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8803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规格对照（我司 vs 成熟料）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目标机型送样与模组协同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FAE 陪访，问题 48h 闭环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报价与交期口径内部对齐</a:t>
            </a:r>
          </a:p>
        </p:txBody>
      </p:sp>
      <p:sp>
        <p:nvSpPr>
          <p:cNvPr id="22" name="Oval 21"/>
          <p:cNvSpPr/>
          <p:nvPr/>
        </p:nvSpPr>
        <p:spPr>
          <a:xfrm>
            <a:off x="9784079" y="1444752"/>
            <a:ext cx="256032" cy="256032"/>
          </a:xfrm>
          <a:prstGeom prst="ellipse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83879" y="1874519"/>
            <a:ext cx="370332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1" y="2029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第 3 阶段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1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漏斗与复盘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8803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项目 A/B/C 分级周更新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验证进展与风险升级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客情：谁决策、谁影响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·  华勤账号作战手册初稿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一、客户经营：华勤决策链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6/16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ODM 不是单一采购。每个角色要的东西不同，销售动作必须拆开。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417320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297680"/>
                <a:gridCol w="5120640"/>
              </a:tblGrid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他关心什么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试用期动作（周报口径）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项目经理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节点、风险、能否赶上 EVT/DVT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对齐机型节奏，未验证料不推进关键路径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摄像头硬件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规格、封装/脚位、替代可行性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输出对照表，明确第二源与改板成本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影像 / 调试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IQ、噪声、暗角、验证结论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FAE 进现场，问题闭环写入纪要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采购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价格、交期、供给安全、商务条款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建立窗口，同步公司供给与报价原则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848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质量 / 计划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可靠性、客诉、上量节奏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提前暴露封装 / 回流 / OTP 导入风险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一、项目进展（周报表）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7/16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漏斗已建立。试用期停在送样/验证，不把定点写成既成事实。机型名现场按保密口径补充。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417320"/>
          <a:ext cx="11521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965960"/>
                <a:gridCol w="1554480"/>
                <a:gridCol w="777240"/>
                <a:gridCol w="3200400"/>
                <a:gridCol w="2057400"/>
              </a:tblGrid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规格卡位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本周期进展 / 风险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下一步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前置 2M 第二源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对标成熟 1/5" 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送样 / 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资料包与陪访机制已跑通，验证结论跟进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出书面 IQ/模组结论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功能摄 / 微距档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2M 规格，看开案窗口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匹配 / 送样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黄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规格可进短名单，机型节奏待项目组确认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锁定开案节点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新开案选型池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在研机型摄像头地图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情报 / 匹配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竞品占位（格科/思特威/OV）已摸清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滚动更新漏斗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5531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品牌 AVL 路径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需品牌短名单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未启动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B4A3C"/>
                          </a:solidFill>
                          <a:latin typeface="Microsoft YaHei"/>
                        </a:rPr>
                        <a:t>红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约束已识别，窗口未打开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要品牌侧或指定模组线索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11480" y="55321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主攻话术：供给弹性、导入服务、风险对冲，做「可落地的第二源」，不硬刚像素纸面参数。</a:t>
            </a:r>
          </a:p>
          <a:p>
            <a:pPr algn="l">
              <a:spcAft>
                <a:spcPts val="300"/>
              </a:spcAft>
            </a:pPr>
            <a:r>
              <a:rPr sz="12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红灯当周升级；黄灯写清阻塞点；绿灯也要写下一节点，避免只有拜访没有下文。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一、试用期成果盘点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8/16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用可核验的过程结果说话。定点与收入作为下一阶段指标。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389888"/>
          <a:ext cx="113385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371600"/>
                <a:gridCol w="6035040"/>
              </a:tblGrid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工作项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FFFFFF"/>
                          </a:solidFill>
                          <a:latin typeface="Microsoft YaHei"/>
                        </a:rPr>
                        <a:t>结果说明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华勤手机 CIS 组织与决策链地图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覆盖项目 / 硬件 / 影像 / 采购 / 质量，避免单点窗口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主对接 + 备份窗口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已建立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采购与项目双线，沟通节奏可按周/双周维持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在研机型摄像头规格与竞品卡位表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已输出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看清格科/思特威/OV 在哪些像素档占位、窗口在哪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目标规格送样与 FAE 协同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A6A1A"/>
                          </a:solidFill>
                          <a:latin typeface="Microsoft YaHei"/>
                        </a:rPr>
                        <a:t>进行中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资料包、陪访、48h 闭环已跑通，验证结论跟进中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项目漏斗（A/B/C）纳入周报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已建立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红黄绿状态对内对齐，不报喜藏忧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华勤账号作战手册初稿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2F6B4F"/>
                          </a:solidFill>
                          <a:latin typeface="Microsoft YaHei"/>
                        </a:rPr>
                        <a:t>已形成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决策链、话术、导入节奏、风险清单可交接</a:t>
                      </a:r>
                    </a:p>
                  </a:txBody>
                  <a:tcPr anchor="ctr">
                    <a:solidFill>
                      <a:srgbClr val="F3F6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品牌方 AVL 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1">
                          <a:cs typeface="Microsoft YaHei"/>
                          <a:ea typeface="Microsoft YaHei"/>
                          <a:solidFill>
                            <a:srgbClr val="8B4A3C"/>
                          </a:solidFill>
                          <a:latin typeface="Microsoft YaHei"/>
                        </a:rPr>
                        <a:t>未打开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sz="1200" b="0">
                          <a:cs typeface="Microsoft YaHei"/>
                          <a:ea typeface="Microsoft YaHei"/>
                          <a:solidFill>
                            <a:srgbClr val="1A2A3A"/>
                          </a:solidFill>
                          <a:latin typeface="Microsoft YaHei"/>
                        </a:rPr>
                        <a:t>已识别约束，列入转正后 90 天，不回避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一、销售 × 技术服务协同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9/16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销售对节点负责，FAE 对技术结论负责。避免两张皮。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562356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工作约定（可进周报检查）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拜访前：规格问题清单，不空跑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现场：销售控议程，FAE 答技术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当天：纪要含问题、责任人、截止日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48 小时：技术问题给到书面回复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卡住节点：当周升级内部会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77840" cy="47091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对内对外同一套事实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客户要的是「能否赶上这台机」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内部要的是「问题能否关闭」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导入风险提前讲：封装、CRA、OTP、上电时序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竞品动态进周报，供产品与计划决策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不把送样次数写成业绩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一、未完成项与风险（周报红灯）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10/16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转正答辩把短板放桌上，比把漏斗画满更重要。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417320"/>
            <a:ext cx="91440" cy="2194560"/>
          </a:xfrm>
          <a:prstGeom prst="rect">
            <a:avLst/>
          </a:prstGeom>
          <a:solidFill>
            <a:srgbClr val="8B4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品牌 AVL 尚未突破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华勤可推荐，品牌短名单不打开则到不了定点。试用期优先盘清 ODM，品牌窗口列入 90 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91440" cy="2194560"/>
          </a:xfrm>
          <a:prstGeom prst="rect">
            <a:avLst/>
          </a:prstGeom>
          <a:solidFill>
            <a:srgbClr val="8B4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尚无量产定点可报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48840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手机 CIS 导入周期长于试用期。应用漏斗质量、验证进度、客情厚度评价，而不是尚未发生的收入。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49039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749039"/>
            <a:ext cx="91440" cy="2194560"/>
          </a:xfrm>
          <a:prstGeom prst="rect">
            <a:avLst/>
          </a:prstGeom>
          <a:solidFill>
            <a:srgbClr val="8B4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商务深度不够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59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价格、账期、供给承诺还需与产品、计划形成华勤专用口径，避免现场口头承诺。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49039"/>
            <a:ext cx="562356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749039"/>
            <a:ext cx="91440" cy="2194560"/>
          </a:xfrm>
          <a:prstGeom prst="rect">
            <a:avLst/>
          </a:prstGeom>
          <a:solidFill>
            <a:srgbClr val="8B4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9776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售前仍依赖 FAE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480559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常规规格已能讲，OTP/IQ 细节仍需 FAE。转正后独立覆盖约 70% 售前问答。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二、试用期自我评价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11/16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六个维度给评委一个打分框架。强项可复用，短板有计划。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客户洞察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673352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6916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9456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能把华勤三层结构讲清楚，知道决策链和品牌约束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目标管理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1673352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16916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中+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漏斗和周报已建立；A 类项目节点还要更细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9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沟通协同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599" y="1673352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599" y="16916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9" y="219456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对内对外同一套事实，与 FAE 约定可执行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776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专业能力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05071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23359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26279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规格与导入流程已入门，IQ/OTP 仍需加强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9776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抗压担当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9400" y="4005071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4023359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526279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长周期、多角色，不把问题藏到月底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79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79" y="39776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结果导向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599" y="4005071"/>
            <a:ext cx="1097280" cy="329184"/>
          </a:xfrm>
          <a:prstGeom prst="roundRect">
            <a:avLst>
              <a:gd name="adj" fmla="val 40000"/>
            </a:avLst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599" y="4023359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中+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9" y="4526279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过程结果扎实；经营结果靠下一阶段验证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二、综合评价与转正判断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12/16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匹配这个岗位。转正后要用项目结果把过程能力兑现。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11338560" cy="123444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00200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胜任判断：能在华勤这种多层决策的 ODM 账号上，把 CIS 销售做成可管理的项目，而不是个人关系或一次性送样。这是转正的基本盘。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834640"/>
            <a:ext cx="562356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F6B4F"/>
                </a:solidFill>
                <a:latin typeface="Microsoft YaHei"/>
              </a:rPr>
              <a:t>适合留下的理由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4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客户结构理解快，不把 ODM 当渠道批发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执行闭环清楚：纪要、责任人、升级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对数字诚实，不把漏斗当业绩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愿意补专业，不与 FAE 抢结论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34640"/>
            <a:ext cx="557784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8B4A3C"/>
                </a:solidFill>
                <a:latin typeface="Microsoft YaHei"/>
              </a:rPr>
              <a:t>必须补齐的短板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52044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品牌侧渗透几乎为零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独立商务谈判经验不足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技术问答还不能独立覆盖</a:t>
            </a:r>
          </a:p>
          <a:p>
            <a:pPr algn="l">
              <a:spcAft>
                <a:spcPts val="800"/>
              </a:spcAft>
            </a:pPr>
            <a:r>
              <a:rPr sz="14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A 类项目的周节点仍偏粗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三、未来 90 天（下阶段周计划放大）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13/16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四件必须发生的事。用节点考核，不用愿望考核。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563624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验证出结论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1947672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至少 1 个目标项目完成模组/IQ 验证，形成书面结论（过 / 有条件过 / 不过及原因）。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587752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03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734056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品牌线索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118104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画出品牌—华勤—模组三方图，拿到至少 1 个品牌侧或品牌指定模组的有效窗口线索。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58184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507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904488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商务口径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288536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与产品、计划锁定华勤专用报价、交期、供给原则，现场不再口头承诺。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28616"/>
            <a:ext cx="1133856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212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074920"/>
            <a:ext cx="9692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机制固化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458968"/>
            <a:ext cx="9692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华勤项目月评：漏斗、风险、FAE 资源、下一步，形成公司可看见的账号经营。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三、未来 12 个月：华勤做成样板账号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14/16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样板 = 可复制方法，而不只是「我跟过一个客户」。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项目结果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03120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1 个项目进入试产或定点路径；2–3 个项目稳定在验证池；杜绝只有拜访没有下一节点的空账号。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6184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关系结构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03120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升级到项目组级关系：采购、硬件、影像、质量都有可对话的人，且有备份。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41732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6184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产品策略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103120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以 2M 等可切入规格做第二源破口，再向更高规格在研机型要验证机会，不一次铺太多料号。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0207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组织资产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34839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沉淀《华勤 CIS 导入包》：规格对照、setting、OTP/封装注意、FAQ、竞品卡位，可交接。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3950207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外溢价值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434839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打法复制到同类手机 ODM（如有规划），从管一个客户变成管一类战场。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749039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950207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自我能力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4434839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独立完成约 70% 售前；复杂 IQ 仍协同 FAE；能主持华勤月度项目会。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778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销售与技术服务部  |  市场营销例会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三、转正承诺与需协调事项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164592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转正答辩  15/16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9601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cs typeface="Microsoft YaHei"/>
                <a:ea typeface="Microsoft YaHei"/>
                <a:solidFill>
                  <a:srgbClr val="5A6A7A"/>
                </a:solidFill>
                <a:latin typeface="Microsoft YaHei"/>
              </a:rPr>
              <a:t>华勤手机 CIS 账号  ·  内部资料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932688"/>
            <a:ext cx="11338560" cy="347472"/>
          </a:xfrm>
          <a:prstGeom prst="rect">
            <a:avLst/>
          </a:prstGeom>
          <a:solidFill>
            <a:srgbClr val="E6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6926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结论  承诺可被周报检查；支持对应 90 天目标。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17320"/>
            <a:ext cx="5623560" cy="4709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2E5A88"/>
                </a:solidFill>
                <a:latin typeface="Microsoft YaHei"/>
              </a:rPr>
              <a:t>我承诺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华勤项目状态进周报，红灯当周升级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对外口径与对内事实一致，不藏风险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不把送样数当业绩，只认下一节点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90 天四件事按月复盘，未完成写原因和下一步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与 FAE 按约定分工，不甩锅、不抢功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77840" cy="4709160"/>
          </a:xfrm>
          <a:prstGeom prst="roundRect">
            <a:avLst>
              <a:gd name="adj" fmla="val 4000"/>
            </a:avLst>
          </a:prstGeom>
          <a:solidFill>
            <a:srgbClr val="E6EEF6"/>
          </a:solidFill>
          <a:ln w="12700">
            <a:solidFill>
              <a:srgbClr val="C5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请公司支持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031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产品：明确可主推华勤的规格与 roadmap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FAE：验证期保证档期，问题 48h 响应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商务：第二源价格与供给策略，能进短名单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必要时协助品牌侧协同，避免只在 ODM 空转</a:t>
            </a:r>
          </a:p>
          <a:p>
            <a:pPr algn="l">
              <a:spcAft>
                <a:spcPts val="1000"/>
              </a:spcAft>
            </a:pPr>
            <a:r>
              <a:rPr sz="1500" b="0">
                <a:cs typeface="Microsoft YaHei"/>
                <a:ea typeface="Microsoft YaHei"/>
                <a:solidFill>
                  <a:srgbClr val="1A2A3A"/>
                </a:solidFill>
                <a:latin typeface="Microsoft YaHei"/>
              </a:rPr>
              <a:t>·  质量/交付：导入风险清单与我同步对外讲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>
                <a:cs typeface="Microsoft YaHei"/>
                <a:ea typeface="Microsoft YaHei"/>
                <a:solidFill>
                  <a:srgbClr val="FFFFFF"/>
                </a:solidFill>
                <a:latin typeface="Microsoft YaHei"/>
              </a:rPr>
              <a:t>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试用期把华勤的结构和漏斗立起来了。转正后，用验证结论和定点路径，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Microsoft YaHei"/>
                <a:ea typeface="Microsoft YaHei"/>
                <a:solidFill>
                  <a:srgbClr val="C5D0DC"/>
                </a:solidFill>
                <a:latin typeface="Microsoft YaHei"/>
              </a:rPr>
              <a:t>把这个账号做成公司手机 CIS 的样板，并按周报机制接受检查。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69080"/>
            <a:ext cx="201168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销售与技术服务部  ·  CIS 销售经理  ·  华勤手机业务</a:t>
            </a:r>
          </a:p>
          <a:p>
            <a:pPr algn="l">
              <a:spcAft>
                <a:spcPts val="400"/>
              </a:spcAft>
            </a:pPr>
            <a:r>
              <a:rPr sz="1400" b="0">
                <a:cs typeface="Microsoft YaHei"/>
                <a:ea typeface="Microsoft YaHei"/>
                <a:solidFill>
                  <a:srgbClr val="C4A35A"/>
                </a:solidFill>
                <a:latin typeface="Microsoft YaHei"/>
              </a:rPr>
              <a:t>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